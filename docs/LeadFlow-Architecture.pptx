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94560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4440" y="1078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Lead Management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066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Technical Documentation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9718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971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97180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71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021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50215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5021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50215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5021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Assessment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with clean separation of concerns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" y="138988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+ React Router v6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66420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AuthContext (JWT state)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9385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 + Auto-refresh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21284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Pages, Services, Utils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737360"/>
            <a:ext cx="146304" cy="201168"/>
          </a:xfrm>
          <a:prstGeom prst="rightArrow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155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38988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(Node.js)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66420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Routes → Controllers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9385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Services → Middleware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21284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 +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737360"/>
            <a:ext cx="146304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0515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11556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81928" y="138988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1928" y="166420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193852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1928" y="221284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Advisory Locks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78892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13131F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62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THIRD-PARTY: Nodemailer (SMTP)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notifications + Welcome emails. Async fire-and-forget — email failures never block HTTP responses.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3611880"/>
            <a:ext cx="8686800" cy="4572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Layer: authenticate() | authorize(role) | express-validator | errorHandler() | Morgan HTTP logging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" y="42062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flow:  React → Axios → Express Router → Middleware → Controller → Service → PostgreSQL → Response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routes → controllers → services → db/utils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4160520" cy="4133088"/>
          </a:xfrm>
          <a:prstGeom prst="roundRect">
            <a:avLst>
              <a:gd name="adj" fmla="val 177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/backend/src/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10512" y="118872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init, CORS, middleware mount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10512" y="160934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| leads | users — with validators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0299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10512" y="2029968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handlers — delegate to services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4505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10512" y="245059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logic: auth, leads, users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287121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10512" y="287121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· validate.js · errorHandler.js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10512" y="3291840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(Pool) + migrate.js (schema+seed)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7124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10512" y="371246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· jwt · email · response helpers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804672"/>
            <a:ext cx="4297680" cy="4133088"/>
          </a:xfrm>
          <a:prstGeom prst="roundRect">
            <a:avLst>
              <a:gd name="adj" fmla="val 177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68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/frontend/src/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18872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45352" y="118872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ProtectedRoute wrappers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160934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5352" y="160934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— global auth state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20299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5352" y="2029968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Dashboard · Leads · Users · Activity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4505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5352" y="245059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(sidebar) · ProtectedRoute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87121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2871216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 (Axios) + auth/lead/user services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32918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45352" y="329184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 — statuses, sources, formatters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71246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45352" y="371246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 — CSS variables dark theme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 with Axios auto-renewal and role-based authorization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bcrypt.compare() verify credentials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 Access Token (1d) + Refresh Token (7d)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refresh token in DB with expiry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70432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Requests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5819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 header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authenticate() verifies JWT signature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Checks user exists + is_active in DB → attaches req.user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6060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706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Token Refresh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1821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catches 401 response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/auth/refresh with refreshToken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access token issued → original request retried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7063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+ Revocation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1821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refresh token from DB (immediate revoke)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 clears localStorage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Redirect to login page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" y="43434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Authorization: authorize('admin','manager') middleware → checks req.user.role before every protected operation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PostgreSQL schema — 3NF, FK constraints, indexes on all query paths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 PK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VARCHAR(100)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VARCHAR UNIQUE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(bcrypt hash)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admin|manager|agent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BOOLEAN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1005840"/>
            <a:ext cx="2029968" cy="2276856"/>
          </a:xfrm>
          <a:prstGeom prst="roundRect">
            <a:avLst>
              <a:gd name="adj" fmla="val 3604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 PK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email, phone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1865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VARCHAR(50)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(7 valid values)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 FK→users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1460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created_by FK→users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14600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TEXT, timestamps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activity_logs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1353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 PK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lead_id FK (nullable)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1865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 (nullable)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VARCHAR(50)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 JSONB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TIMESTAMPTZ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" y="3108960"/>
            <a:ext cx="2029968" cy="1481328"/>
          </a:xfrm>
          <a:prstGeom prst="roundRect">
            <a:avLst>
              <a:gd name="adj" fmla="val 493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refresh_tokens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 PK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3712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FK→users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TEXT UNIQUE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224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TIMESTAMPTZ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23160" y="3108960"/>
            <a:ext cx="2029968" cy="1216152"/>
          </a:xfrm>
          <a:prstGeom prst="roundRect">
            <a:avLst>
              <a:gd name="adj" fmla="val 6015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agent_tracker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14600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 PK FK→users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14600" y="3712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lead_count INTEGER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4600" y="3968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last_assigned_at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995160" y="1005840"/>
            <a:ext cx="1920240" cy="4133088"/>
          </a:xfrm>
          <a:prstGeom prst="roundRect">
            <a:avLst>
              <a:gd name="adj" fmla="val 3810"/>
            </a:avLst>
          </a:prstGeom>
          <a:solidFill>
            <a:srgbClr val="13131F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1078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14032" y="13350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leads.status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4032" y="16093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leads.source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14032" y="18836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leads.assigned_to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14032" y="21579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leads.created_at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14032" y="24323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users.role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14032" y="27066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activity_logs.lead_id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14032" y="30175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32735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updated_at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users + leads via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PL/pgSQL function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14032" y="39319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Details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14032" y="4169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event data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migrations needed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event types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Logic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Least-loaded agent strategy with PostgreSQL advisory locking for concurrency safety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/leads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26464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17904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17904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TXN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70048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61488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advisory_lock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(12345678)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13632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5072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05072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MIN(lead_count)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57216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48656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tracker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92240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lead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44384" y="1600200"/>
            <a:ext cx="91440" cy="14630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35824" y="1005840"/>
            <a:ext cx="1152144" cy="1298448"/>
          </a:xfrm>
          <a:prstGeom prst="roundRect">
            <a:avLst>
              <a:gd name="adj" fmla="val 6349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105156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📧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735824" y="1426464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2514600"/>
            <a:ext cx="4206240" cy="2395728"/>
          </a:xfrm>
          <a:prstGeom prst="roundRect">
            <a:avLst>
              <a:gd name="adj" fmla="val 3053"/>
            </a:avLst>
          </a:prstGeom>
          <a:solidFill>
            <a:srgbClr val="13131F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596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LEAST-LOADED?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2907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Fairer — considers actual agent workload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Works when agents added mid-stream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Counters decremented on lead close/delete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059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in-memory state — multi-server safe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443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Tie-break on last_assigned_at = round-robin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514600"/>
            <a:ext cx="4251960" cy="2395728"/>
          </a:xfrm>
          <a:prstGeom prst="roundRect">
            <a:avLst>
              <a:gd name="adj" fmla="val 3053"/>
            </a:avLst>
          </a:prstGeom>
          <a:solidFill>
            <a:srgbClr val="13131F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968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HANDLING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2889504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889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pg_advisory_xact_lock(12345678)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3346704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only ONE transaction assigns an agent at a time. Lock auto-released on COMMIT or ROLLBACK. Works across all Node.js instances connected to the same DB — no Redis or external coordination required.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Considerations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that support growth from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612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pg.Pool (max:20) — efficient DB connection reuse under high concurrent load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41448" y="1024128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1612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🔒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32888" y="15727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DB-level Locks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32888" y="18653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locks work across all server instances — no shared memory needed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54296" y="1024128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1612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45736" y="15727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Email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45736" y="18653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with .catch() — email failures never block HTTP responses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67144" y="1024128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16128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📝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58584" y="15727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Isolation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58584" y="18653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failures are silent — never propagate to the user response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688336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25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20040" y="32369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52958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100 items/page enforced at route level — prevents full-table transfers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41448" y="2688336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2825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⚡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532888" y="32369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Indexes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32888" y="352958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 + sort columns indexed: status, source, assigned_to, created_at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54296" y="2688336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2825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🧩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745736" y="32369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Details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45736" y="352958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activity schema — no migrations needed when new event types added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67144" y="2688336"/>
            <a:ext cx="2029968" cy="1463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8254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🚀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958584" y="32369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58584" y="352958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caching, Bull queues, WebSockets, Rate limiting — all plug in cleanly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Improvements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4133088"/>
          </a:xfrm>
          <a:prstGeom prst="roundRect">
            <a:avLst>
              <a:gd name="adj" fmla="val 177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POST /leads → same agent double-assigned. Fixed with pg_advisory_xact_lock inside transaction.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UX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3682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401 recovery via Axios interceptor retries original request — zero disruption to user.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Field Guards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service layer, not just routes — prevents bypass by future API changes.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Reliability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1239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never break main flow → wrapped in try/catch, called fire-and-forget async.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4251960" cy="4133088"/>
          </a:xfrm>
          <a:prstGeom prst="roundRect">
            <a:avLst>
              <a:gd name="adj" fmla="val 1770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850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WITH MORE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Redis Caching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4356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dashboard stats + lead counts — 10x fewer DB queries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0600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Background Queues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19659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Bull/BullMQ for email — retry logic + dead-letter queues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22494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WebSockets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updates when lead status changes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7797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Rate Limiting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026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per user/IP — prevent abuse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Swagger/OpenAPI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557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API documentation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3840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Unit Tests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0873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— service layer + API integration tests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4370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Docker Compose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617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setup: PostgreSQL + backend + frontend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oundRect">
            <a:avLst>
              <a:gd name="adj" fmla="val 6154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E94560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2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4688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LeadFlow — Deliverables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mandatory assessment requirements completed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1435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7465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backend/ + frontend/ + README.md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94760" y="1435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4760" y="17465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tokens, bcrypt, middleware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66560" y="14356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174650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Manager · Agent with permission matrix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532888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264261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CRUD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29535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list (paginated/filtered/sorted), update, delete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2532888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794760" y="264261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94760" y="29535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Least-loaded + pg_advisory_xact_lock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72200" y="2532888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766560" y="264261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29535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CREATED, UPDATED, ASSIGNED, STATUS_CHANGED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739896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2960" y="38496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4160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— assignment + welcome emails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3739896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794760" y="38496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Screens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94760" y="4160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Leads, Users, Activity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3739896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766560" y="384962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PPT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66560" y="41605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9-slide presentation (this document)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LeadFlow Architecture</dc:title>
  <dc:subject>PptxGenJS Presentation</dc:subject>
  <dc:creator>PptxGenJS</dc:creator>
  <cp:lastModifiedBy>PptxGenJS</cp:lastModifiedBy>
  <cp:revision>1</cp:revision>
  <dcterms:created xsi:type="dcterms:W3CDTF">2026-06-01T17:50:44Z</dcterms:created>
  <dcterms:modified xsi:type="dcterms:W3CDTF">2026-06-01T17:50:44Z</dcterms:modified>
</cp:coreProperties>
</file>